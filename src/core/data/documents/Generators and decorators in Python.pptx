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1" r:id="rId1"/>
  </p:sldMasterIdLst>
  <p:sldIdLst>
    <p:sldId id="256" r:id="rId2"/>
    <p:sldId id="262" r:id="rId3"/>
    <p:sldId id="263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8686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012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549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2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05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688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3466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5539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763516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8410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569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184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95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46612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10/25/2023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807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  <p:sldLayoutId id="2147483856" r:id="rId15"/>
    <p:sldLayoutId id="2147483857" r:id="rId16"/>
    <p:sldLayoutId id="2147483858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041F-CB67-912A-F9A8-257F9B05A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empus Sans ITC" panose="04020404030D07020202" pitchFamily="82" charset="0"/>
              </a:rPr>
              <a:t>G</a:t>
            </a:r>
            <a:r>
              <a:rPr lang="en-US" sz="4400" b="1" i="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Tempus Sans ITC" panose="04020404030D07020202" pitchFamily="82" charset="0"/>
              </a:rPr>
              <a:t>enerators and decorators in Python</a:t>
            </a:r>
            <a:endParaRPr lang="en-IN" sz="4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E166C-D114-13EF-534E-02D54A0BF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241" y="3746153"/>
            <a:ext cx="7873345" cy="1239894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D1D5DB"/>
                </a:solidFill>
                <a:effectLst/>
                <a:latin typeface="Modern No. 20" panose="02070704070505020303" pitchFamily="18" charset="0"/>
              </a:rPr>
              <a:t>-</a:t>
            </a:r>
            <a:r>
              <a:rPr lang="en-US" sz="2400" b="0" i="0" dirty="0">
                <a:solidFill>
                  <a:srgbClr val="D1D5DB"/>
                </a:solidFill>
                <a:effectLst/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Harnessing the Power of Python's Advanced Features</a:t>
            </a:r>
            <a:endParaRPr lang="en-IN" sz="2400" dirty="0"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61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0BE8E-B38F-4D5F-2191-C4A234405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99975"/>
            <a:ext cx="10353762" cy="970450"/>
          </a:xfrm>
        </p:spPr>
        <p:txBody>
          <a:bodyPr/>
          <a:lstStyle/>
          <a:p>
            <a:r>
              <a:rPr lang="en-US" dirty="0"/>
              <a:t>Generators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F2A5A-043D-FCFD-57B3-1C0286D2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Generators in python are a special routine that can be used to control the iteration behavior of a loop.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python function with the keyword “yield” may be called a generator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use a generator in accordance with an iterator or can be explicitly called using the </a:t>
            </a:r>
            <a:r>
              <a:rPr lang="en-US" sz="240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“next”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keyword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Generators 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functions that return an 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iterable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generator object.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list(), for-loop, and next() method can be used to read values from a generator object.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Generators are defined with def keyword.</a:t>
            </a:r>
          </a:p>
        </p:txBody>
      </p:sp>
    </p:spTree>
    <p:extLst>
      <p:ext uri="{BB962C8B-B14F-4D97-AF65-F5344CB8AC3E}">
        <p14:creationId xmlns:p14="http://schemas.microsoft.com/office/powerpoint/2010/main" val="423794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D09C-9597-AE13-3C21-1828CB5E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Generators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6AC15-4574-F20B-1FAF-3B92782AC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4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implement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efficient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Pipelining with Generators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4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Infinite Sequence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314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CD21-4435-D1A4-3CCE-7E22684D7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Generator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C4AE4-5F2A-ED21-94F5-88983570F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564007" cy="4058750"/>
          </a:xfrm>
        </p:spPr>
        <p:txBody>
          <a:bodyPr>
            <a:normAutofit/>
          </a:bodyPr>
          <a:lstStyle/>
          <a:p>
            <a:pPr marL="36900" indent="0" algn="just">
              <a:buNone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 simple():  </a:t>
            </a:r>
          </a:p>
          <a:p>
            <a:pPr marL="36900" indent="0" algn="just">
              <a:buNone/>
            </a:pPr>
            <a:r>
              <a:rPr lang="en-US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 range(10):  </a:t>
            </a:r>
          </a:p>
          <a:p>
            <a:pPr marL="36900" indent="0" algn="just">
              <a:buNone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</a:t>
            </a:r>
            <a:r>
              <a:rPr lang="en-US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(i%2==0):  </a:t>
            </a:r>
          </a:p>
          <a:p>
            <a:pPr marL="36900" indent="0" algn="just">
              <a:buNone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     yield </a:t>
            </a:r>
            <a:r>
              <a:rPr lang="en-US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</a:t>
            </a:r>
          </a:p>
          <a:p>
            <a:pPr marL="36900" indent="0" algn="just">
              <a:buNone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#Successive Function call using </a:t>
            </a:r>
            <a:r>
              <a:rPr lang="en-US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loop  </a:t>
            </a:r>
          </a:p>
          <a:p>
            <a:pPr marL="36900" indent="0" algn="just">
              <a:buNone/>
            </a:pPr>
            <a:r>
              <a:rPr lang="en-US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 simple():  </a:t>
            </a:r>
          </a:p>
          <a:p>
            <a:pPr marL="36900" indent="0" algn="just">
              <a:buNone/>
            </a:pP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   print(</a:t>
            </a:r>
            <a:r>
              <a:rPr lang="en-US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 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CC62B-1762-8690-239C-70452CFD34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6324" y="1732449"/>
            <a:ext cx="3981233" cy="4058751"/>
          </a:xfrm>
        </p:spPr>
        <p:txBody>
          <a:bodyPr/>
          <a:lstStyle/>
          <a:p>
            <a:pPr marL="36900" indent="0">
              <a:buNone/>
            </a:pPr>
            <a:r>
              <a:rPr lang="en-IN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Output:</a:t>
            </a:r>
          </a:p>
          <a:p>
            <a:pPr marL="36900" indent="0">
              <a:buNone/>
            </a:pPr>
            <a:r>
              <a:rPr lang="en-IN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0</a:t>
            </a:r>
          </a:p>
          <a:p>
            <a:pPr marL="36900" indent="0">
              <a:buNone/>
            </a:pPr>
            <a:r>
              <a:rPr lang="en-IN" sz="2400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2</a:t>
            </a:r>
          </a:p>
          <a:p>
            <a:pPr marL="36900" indent="0">
              <a:buNone/>
            </a:pPr>
            <a:r>
              <a:rPr lang="en-IN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4</a:t>
            </a:r>
          </a:p>
          <a:p>
            <a:pPr marL="36900" indent="0">
              <a:buNone/>
            </a:pPr>
            <a:r>
              <a:rPr lang="en-IN" sz="2400" b="1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6</a:t>
            </a:r>
          </a:p>
          <a:p>
            <a:pPr marL="36900" indent="0">
              <a:buNone/>
            </a:pPr>
            <a:r>
              <a:rPr lang="en-IN" sz="2400" b="1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bold"/>
              </a:rPr>
              <a:t>8</a:t>
            </a:r>
          </a:p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DC0262E-B25D-16F7-2FB0-C1A736458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0 2 4 6 8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805C083-AC9C-BE46-A550-2186729B6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0 2 4 6 8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52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5F73-BA57-C942-C2A0-6FAADDC1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0" i="0" dirty="0">
                <a:effectLst/>
                <a:latin typeface="var(--ff-lato)"/>
              </a:rPr>
              <a:t>Decorators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52077-FFA5-ED47-EAA5-FEBE86111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6460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Decorators are </a:t>
            </a: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modify the behavior of the function</a:t>
            </a: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regular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inter-regular"/>
              </a:rPr>
              <a:t>Decorators provide the flexibility to wrap another function to expand the working of wrapped function, without permanently modifying it.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also known as </a:t>
            </a:r>
            <a:r>
              <a:rPr lang="en-US" sz="280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metaprogramming.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 </a:t>
            </a: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a part of the program attempts to change another part of program at compile time.</a:t>
            </a:r>
            <a:endParaRPr lang="en-US" sz="2800" i="0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allows to </a:t>
            </a:r>
            <a:r>
              <a:rPr lang="en-US" sz="280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decorator in easy way with @symbol</a:t>
            </a: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Sometimes it is called "pie" syntax.</a:t>
            </a:r>
            <a:endParaRPr lang="en-US" sz="2800" i="0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i="0" dirty="0">
              <a:solidFill>
                <a:schemeClr val="accent5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253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716B-4C99-0A1B-065C-1A2369EF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18" y="609600"/>
            <a:ext cx="10353762" cy="970450"/>
          </a:xfrm>
        </p:spPr>
        <p:txBody>
          <a:bodyPr>
            <a:normAutofit/>
          </a:bodyPr>
          <a:lstStyle/>
          <a:p>
            <a:r>
              <a:rPr lang="en-IN" dirty="0">
                <a:effectLst/>
                <a:latin typeface="erdana"/>
              </a:rPr>
              <a:t>Decorators F</a:t>
            </a:r>
            <a:r>
              <a:rPr lang="en-IN" b="0" i="0" dirty="0">
                <a:effectLst/>
                <a:latin typeface="erdana"/>
              </a:rPr>
              <a:t>unctions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0D41F-460E-C56C-4362-B74E4F605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418" y="1580050"/>
            <a:ext cx="10353762" cy="48993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Function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Decorating functions with parameters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Syntactic Decorator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Reusing Decorator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Decorator with Argument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Returning Values from Decorated Functions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Fancy Decorators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Decorators</a:t>
            </a:r>
          </a:p>
          <a:p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50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9D9BA-8E58-CA6D-2D19-64FC3F87C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8850"/>
            <a:ext cx="10353762" cy="970450"/>
          </a:xfrm>
        </p:spPr>
        <p:txBody>
          <a:bodyPr/>
          <a:lstStyle/>
          <a:p>
            <a:r>
              <a:rPr lang="en-US" dirty="0"/>
              <a:t>Example for </a:t>
            </a:r>
            <a:r>
              <a:rPr lang="en-US" dirty="0" err="1"/>
              <a:t>Decotorors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218EF-C072-96BF-BF2D-C70B60523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664" y="1580050"/>
            <a:ext cx="6112646" cy="4947484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defining a decorator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 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def wrapper():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print("Text before calling the function")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print("Text after calling the function")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return wrapper 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 </a:t>
            </a:r>
            <a:r>
              <a:rPr lang="en-IN" sz="240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</a:p>
          <a:p>
            <a:pPr marL="36900" indent="0">
              <a:buNone/>
            </a:pP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print("Hello python decorators!!!") </a:t>
            </a:r>
          </a:p>
          <a:p>
            <a:pPr marL="36900" indent="0">
              <a:buNone/>
            </a:pPr>
            <a:r>
              <a:rPr lang="en-IN" sz="240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40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900" indent="0">
              <a:buNone/>
            </a:pPr>
            <a:r>
              <a:rPr lang="en-IN" sz="240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</a:t>
            </a:r>
            <a:r>
              <a:rPr lang="en-IN" sz="2400" b="0" i="0" dirty="0" err="1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_decorator</a:t>
            </a:r>
            <a:r>
              <a:rPr lang="en-IN" sz="24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en-IN" sz="2400" dirty="0">
              <a:solidFill>
                <a:schemeClr val="accent5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E93D4-F0A2-5644-345D-87373489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26441" y="1732449"/>
            <a:ext cx="4241115" cy="4058751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IN" sz="26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</a:p>
          <a:p>
            <a:pPr marL="36900" indent="0">
              <a:buNone/>
            </a:pPr>
            <a:r>
              <a:rPr lang="en-IN" sz="26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before calling the function</a:t>
            </a:r>
          </a:p>
          <a:p>
            <a:pPr marL="36900" indent="0">
              <a:buNone/>
            </a:pPr>
            <a:r>
              <a:rPr lang="en-IN" sz="26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Hello python decorators!!!</a:t>
            </a:r>
          </a:p>
          <a:p>
            <a:pPr marL="36900" indent="0">
              <a:buNone/>
            </a:pPr>
            <a:r>
              <a:rPr lang="en-IN" sz="2600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after calling the function</a:t>
            </a:r>
            <a:endParaRPr lang="en-IN" sz="26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26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BE769-1797-076C-748D-8F82AC4E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Maiandra GD" panose="020E0502030308020204" pitchFamily="34" charset="0"/>
              </a:rPr>
              <a:t>THANK YOU</a:t>
            </a:r>
            <a:endParaRPr lang="en-IN" sz="6000" dirty="0">
              <a:latin typeface="Maiandra GD" panose="020E0502030308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FA5B5-BC2C-FFBB-881C-29ADF194B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~Sreeja </a:t>
            </a:r>
            <a:r>
              <a:rPr lang="en-US" sz="2400" dirty="0" err="1"/>
              <a:t>Kappaganti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3179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119</TotalTime>
  <Words>378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4" baseType="lpstr">
      <vt:lpstr>Arial</vt:lpstr>
      <vt:lpstr>Arial Unicode MS</vt:lpstr>
      <vt:lpstr>Calibri</vt:lpstr>
      <vt:lpstr>Calisto MT</vt:lpstr>
      <vt:lpstr>Courier New</vt:lpstr>
      <vt:lpstr>erdana</vt:lpstr>
      <vt:lpstr>inter-bold</vt:lpstr>
      <vt:lpstr>inter-regular</vt:lpstr>
      <vt:lpstr>Maiandra GD</vt:lpstr>
      <vt:lpstr>Microsoft Himalaya</vt:lpstr>
      <vt:lpstr>Modern No. 20</vt:lpstr>
      <vt:lpstr>Tempus Sans ITC</vt:lpstr>
      <vt:lpstr>var(--ff-lato)</vt:lpstr>
      <vt:lpstr>Wingdings</vt:lpstr>
      <vt:lpstr>Wingdings 2</vt:lpstr>
      <vt:lpstr>Slate</vt:lpstr>
      <vt:lpstr>Generators and decorators in Python</vt:lpstr>
      <vt:lpstr>Generators</vt:lpstr>
      <vt:lpstr>Advantages of Generators</vt:lpstr>
      <vt:lpstr>Example for Generator</vt:lpstr>
      <vt:lpstr>Decorators</vt:lpstr>
      <vt:lpstr>Decorators Functions in Python</vt:lpstr>
      <vt:lpstr>Example for Decotorors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Generators and decorators in Python</dc:title>
  <dc:creator>SREEJA KAPPAGANTI</dc:creator>
  <cp:lastModifiedBy>SREEJA KAPPAGANTI</cp:lastModifiedBy>
  <cp:revision>1</cp:revision>
  <dcterms:created xsi:type="dcterms:W3CDTF">2023-10-25T14:25:46Z</dcterms:created>
  <dcterms:modified xsi:type="dcterms:W3CDTF">2023-10-25T16:25:39Z</dcterms:modified>
</cp:coreProperties>
</file>